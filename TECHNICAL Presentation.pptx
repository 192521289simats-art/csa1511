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3" r:id="rId8"/>
    <p:sldId id="265" r:id="rId9"/>
    <p:sldId id="266" r:id="rId10"/>
    <p:sldId id="267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8500" y="1719072"/>
            <a:ext cx="45719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1A3C6E"/>
                </a:solidFill>
                <a:latin typeface="Times New Roman"/>
              </a:rPr>
              <a:t>T</a:t>
            </a:r>
            <a:r>
              <a:rPr lang="en-IN" sz="2400" b="1" dirty="0">
                <a:solidFill>
                  <a:srgbClr val="1A3C6E"/>
                </a:solidFill>
                <a:latin typeface="Times New Roman"/>
              </a:rPr>
              <a:t>ECHNICAL </a:t>
            </a:r>
            <a:r>
              <a:rPr sz="2400" b="1" dirty="0">
                <a:solidFill>
                  <a:srgbClr val="1A3C6E"/>
                </a:solidFill>
                <a:latin typeface="Times New Roman"/>
              </a:rPr>
              <a:t>PR</a:t>
            </a:r>
            <a:r>
              <a:rPr lang="en-IN" sz="2400" b="1" dirty="0">
                <a:solidFill>
                  <a:srgbClr val="1A3C6E"/>
                </a:solidFill>
                <a:latin typeface="Times New Roman"/>
              </a:rPr>
              <a:t>ESENTATION </a:t>
            </a:r>
            <a:endParaRPr sz="2400" b="1" dirty="0">
              <a:solidFill>
                <a:srgbClr val="1A3C6E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185416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Times New Roman"/>
              </a:rPr>
              <a:t>SUBTITLE: TRANSFORMING BUSINESS DECISIONS WITH SCALABLE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381304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02060"/>
                </a:solidFill>
                <a:latin typeface="Times New Roman"/>
              </a:rPr>
              <a:t>CSA1511</a:t>
            </a:r>
            <a:r>
              <a:rPr lang="en-IN" b="1" dirty="0">
                <a:solidFill>
                  <a:srgbClr val="002060"/>
                </a:solidFill>
                <a:latin typeface="Times New Roman"/>
              </a:rPr>
              <a:t>-CLOUD COMPUTING</a:t>
            </a:r>
            <a:endParaRPr sz="1800" b="1" dirty="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111496"/>
            <a:ext cx="4114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2060"/>
                </a:solidFill>
                <a:latin typeface="Times New Roman"/>
              </a:rPr>
              <a:t>UNDER THE SUPERVISION OF:</a:t>
            </a:r>
          </a:p>
          <a:p>
            <a:r>
              <a:rPr sz="1400" dirty="0">
                <a:solidFill>
                  <a:srgbClr val="2B2B2B"/>
                </a:solidFill>
                <a:latin typeface="Times New Roman"/>
              </a:rPr>
              <a:t>DR.HEMAVATHI.R</a:t>
            </a:r>
          </a:p>
          <a:p>
            <a:endParaRPr sz="1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5111496"/>
            <a:ext cx="5239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Times New Roman"/>
              </a:rPr>
              <a:t>PRESENTED BY:</a:t>
            </a:r>
          </a:p>
          <a:p>
            <a:r>
              <a:rPr sz="1400" b="1">
                <a:solidFill>
                  <a:srgbClr val="2B2B2B"/>
                </a:solidFill>
                <a:latin typeface="Times New Roman"/>
              </a:rPr>
              <a:t>KEERTHANA.P (192521289)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 u="sng" dirty="0">
                <a:solidFill>
                  <a:srgbClr val="1A3C6E"/>
                </a:solidFill>
                <a:latin typeface="Times New Roman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6858000" cy="295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Big Data Analytics in Cloud Computing.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cloud platforms process large amounts of data.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architecture and working process.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real-world applications.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the benefits, limitations, and future scope</a:t>
            </a:r>
          </a:p>
          <a:p>
            <a:pPr>
              <a:lnSpc>
                <a:spcPts val="1900"/>
              </a:lnSpc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roblem_statement_img.png">
            <a:extLst>
              <a:ext uri="{FF2B5EF4-FFF2-40B4-BE49-F238E27FC236}">
                <a16:creationId xmlns:a16="http://schemas.microsoft.com/office/drawing/2014/main" id="{99CD0971-CE64-B05E-ABCA-26AAAB6B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57400"/>
            <a:ext cx="4297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1040" y="1727200"/>
            <a:ext cx="6431280" cy="447040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r>
              <a:rPr lang="en-IN" sz="8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Technical Explanation </a:t>
            </a:r>
          </a:p>
          <a:p>
            <a:endParaRPr lang="en-IN" sz="8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Big Data?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refers to extremely large and complex datasets that cannot be processed using traditional methods.</a:t>
            </a:r>
          </a:p>
          <a:p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storage, computing power, and software services over the Internet.</a:t>
            </a:r>
          </a:p>
          <a:p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from multiple sources. 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cloud storage. 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process the data. 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tools extract useful information. </a:t>
            </a:r>
          </a:p>
          <a:p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shown through dashboards for decision-making.</a:t>
            </a:r>
          </a:p>
          <a:p>
            <a:pPr algn="ctr"/>
            <a:endParaRPr sz="2800" b="1" u="sng" dirty="0">
              <a:solidFill>
                <a:srgbClr val="1A3C6E"/>
              </a:solidFill>
              <a:latin typeface="Times New Roman"/>
            </a:endParaRPr>
          </a:p>
        </p:txBody>
      </p:sp>
      <p:pic>
        <p:nvPicPr>
          <p:cNvPr id="5" name="Picture 4" descr="problem_statement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94560"/>
            <a:ext cx="4297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5280" y="1417320"/>
            <a:ext cx="7796784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5520" y="2194560"/>
            <a:ext cx="5689600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Product Recommendation System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collects customer browsing and purchase data.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cloud servers.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identifies customer interests.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recommends products based on previous purchases.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customer satisfaction and increases sales. </a:t>
            </a:r>
          </a:p>
          <a:p>
            <a:pPr>
              <a:lnSpc>
                <a:spcPts val="1900"/>
              </a:lnSpc>
              <a:spcBef>
                <a:spcPts val="200"/>
              </a:spcBef>
              <a:spcAft>
                <a:spcPts val="500"/>
              </a:spcAft>
            </a:pPr>
            <a:endParaRPr sz="2000" dirty="0">
              <a:solidFill>
                <a:srgbClr val="2B2B2B"/>
              </a:solidFill>
              <a:latin typeface="Times New Roman"/>
            </a:endParaRPr>
          </a:p>
        </p:txBody>
      </p:sp>
      <p:pic>
        <p:nvPicPr>
          <p:cNvPr id="5" name="Picture 4" descr="literature_review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94560"/>
            <a:ext cx="4297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920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Key Takeaways</a:t>
            </a:r>
            <a:endParaRPr sz="2200" b="1" u="sng" dirty="0">
              <a:solidFill>
                <a:srgbClr val="1A3C6E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6858000" cy="3731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and Cloud Computing work together to process huge amounts of data efficiently. They help organizations make faster, smarter, and data-driven decisions.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handles massive datasets.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scalable storage and processing.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converts raw data into useful insights.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healthcare, banking, e-commerce, education, and smart cities.</a:t>
            </a:r>
          </a:p>
          <a:p>
            <a:pPr>
              <a:lnSpc>
                <a:spcPts val="1900"/>
              </a:lnSpc>
              <a:spcBef>
                <a:spcPts val="200"/>
              </a:spcBef>
              <a:spcAft>
                <a:spcPts val="500"/>
              </a:spcAft>
            </a:pPr>
            <a:endParaRPr sz="1500" dirty="0">
              <a:solidFill>
                <a:srgbClr val="2B2B2B"/>
              </a:solidFill>
              <a:latin typeface="Times New Roman"/>
            </a:endParaRPr>
          </a:p>
        </p:txBody>
      </p:sp>
      <p:pic>
        <p:nvPicPr>
          <p:cNvPr id="5" name="Picture 4" descr="introduction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94560"/>
            <a:ext cx="4297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80" y="2203705"/>
            <a:ext cx="5222240" cy="40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issues.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storage and processing costs.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skilled professionals.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very large datasets is complex.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analytics.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 making.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integration.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businesses.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cloud platforms with automation.</a:t>
            </a:r>
          </a:p>
          <a:p>
            <a:pPr>
              <a:lnSpc>
                <a:spcPts val="1800"/>
              </a:lnSpc>
              <a:spcBef>
                <a:spcPts val="200"/>
              </a:spcBef>
              <a:spcAft>
                <a:spcPts val="400"/>
              </a:spcAft>
            </a:pPr>
            <a:endParaRPr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rchitecture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03704"/>
            <a:ext cx="5760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IN" sz="2400" u="sng" dirty="0"/>
              <a:t>Architecture / Process Diagram</a:t>
            </a:r>
            <a:endParaRPr sz="2200" b="1" u="sng" dirty="0">
              <a:solidFill>
                <a:srgbClr val="1A3C6E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D90F1-B632-A701-3023-454CD8CF2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057400"/>
            <a:ext cx="8564879" cy="4719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Times New Roman"/>
              </a:rPr>
              <a:t>•  Implemented a Python-based data pipeline on Google Cloud Functions, processing 5,000 customer interactions with 87% sentiment analysis accuracy.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Times New Roman"/>
              </a:rPr>
              <a:t>•  Achieved real-time analytics updates within 5 seconds for dashboard visualizations, a 75% improvement over traditional hourly batch processing methods.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Times New Roman"/>
              </a:rPr>
              <a:t>•  Leveraged Firebase NoSQL database for flexible data ingestion from diverse sources, supporting dynamic schema evolution for new data types.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Times New Roman"/>
              </a:rPr>
              <a:t>•  Current dashboard refreshes every 30 seconds; future work integrates WebSockets using Flask-SocketIO for immediate, real-time data visualization.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Times New Roman"/>
              </a:rPr>
              <a:t>•  This scalable data analytics framework empowers SMEs to make informed decisions, transforming raw data into actionable insights at minimal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1000"/>
              </a:spcAft>
            </a:pPr>
            <a:r>
              <a:rPr sz="1400">
                <a:solidFill>
                  <a:srgbClr val="2B4262"/>
                </a:solidFill>
                <a:latin typeface="Times New Roman"/>
              </a:rPr>
              <a:t>[1] M. Ethan, "Big Data Processing in the Cloud: Scalable and Real-time Data Analytics," , 2024.</a:t>
            </a:r>
          </a:p>
          <a:p>
            <a:pPr>
              <a:lnSpc>
                <a:spcPts val="2000"/>
              </a:lnSpc>
              <a:spcAft>
                <a:spcPts val="1000"/>
              </a:spcAft>
            </a:pPr>
            <a:r>
              <a:rPr sz="1400">
                <a:solidFill>
                  <a:srgbClr val="2B4262"/>
                </a:solidFill>
                <a:latin typeface="Times New Roman"/>
              </a:rPr>
              <a:t>[2] M. P., .. Chidambaram, B. K. et al., "Real-Time Big Data Analytics for Cross Sector Decision Intelligence: A Scalable Framework for Transforming Enterprise Data into Strategic Action," Proceedings of the 1st International Conference on Research and Development in Information, Communication, and Computing Technologies, pp. 625-631, 2025.</a:t>
            </a:r>
          </a:p>
          <a:p>
            <a:pPr>
              <a:lnSpc>
                <a:spcPts val="2000"/>
              </a:lnSpc>
              <a:spcAft>
                <a:spcPts val="1000"/>
              </a:spcAft>
            </a:pPr>
            <a:r>
              <a:rPr sz="1400">
                <a:solidFill>
                  <a:srgbClr val="2B4262"/>
                </a:solidFill>
                <a:latin typeface="Times New Roman"/>
              </a:rPr>
              <a:t>[3] S. Kannan, "Implementing scalable cloud computing solutions for agricultural data management," Transforming Agriculture for the Digital Age: Integrating Artificial Intelligence, Cloud Computing, and Big Data Solutions for Sustainable and Smart Farming Systems, pp. 64-84, 2025.</a:t>
            </a:r>
          </a:p>
          <a:p>
            <a:pPr>
              <a:lnSpc>
                <a:spcPts val="2000"/>
              </a:lnSpc>
              <a:spcAft>
                <a:spcPts val="1000"/>
              </a:spcAft>
            </a:pPr>
            <a:r>
              <a:rPr sz="1400">
                <a:solidFill>
                  <a:srgbClr val="2B4262"/>
                </a:solidFill>
                <a:latin typeface="Times New Roman"/>
              </a:rPr>
              <a:t>[4] A. Sathi, "Introduction," Engaging Customers Using Big Data, pp. 1-17, 2014.</a:t>
            </a:r>
          </a:p>
          <a:p>
            <a:pPr>
              <a:lnSpc>
                <a:spcPts val="2000"/>
              </a:lnSpc>
              <a:spcAft>
                <a:spcPts val="1000"/>
              </a:spcAft>
            </a:pPr>
            <a:r>
              <a:rPr sz="1400">
                <a:solidFill>
                  <a:srgbClr val="2B4262"/>
                </a:solidFill>
                <a:latin typeface="Times New Roman"/>
              </a:rPr>
              <a:t>[5] C. Loebbecke, "Digitization, Big Data Analytics, and Artificial Intelligence Transforming Business, Society, and Research," Moscow University Economics Bulletin, vol. 2019, no. 6, pp. 9-11, 2019.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5313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A3C6E"/>
                </a:solidFill>
                <a:latin typeface="Times New Roman"/>
              </a:rPr>
              <a:t>THANK YOU</a:t>
            </a:r>
          </a:p>
          <a:p>
            <a:pPr algn="ctr"/>
            <a:r>
              <a:rPr sz="2400">
                <a:solidFill>
                  <a:srgbClr val="2B4262"/>
                </a:solidFill>
                <a:latin typeface="Times New Roman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654</Words>
  <Application>Microsoft Office PowerPoint</Application>
  <PresentationFormat>Custom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</dc:creator>
  <cp:keywords/>
  <dc:description>generated using python-pptx</dc:description>
  <cp:lastModifiedBy>Rahul P</cp:lastModifiedBy>
  <cp:revision>2</cp:revision>
  <dcterms:created xsi:type="dcterms:W3CDTF">2013-01-27T09:14:16Z</dcterms:created>
  <dcterms:modified xsi:type="dcterms:W3CDTF">2026-07-16T22:08:48Z</dcterms:modified>
  <cp:category/>
</cp:coreProperties>
</file>